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"/>
  </p:notesMasterIdLst>
  <p:sldIdLst>
    <p:sldId id="286" r:id="rId2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7" d="100"/>
          <a:sy n="157" d="100"/>
        </p:scale>
        <p:origin x="29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954e555642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954e555642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Joe: managing the database could be important for the search and information synthesis.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8"/>
          <p:cNvSpPr txBox="1">
            <a:spLocks noGrp="1"/>
          </p:cNvSpPr>
          <p:nvPr>
            <p:ph type="title"/>
          </p:nvPr>
        </p:nvSpPr>
        <p:spPr>
          <a:xfrm>
            <a:off x="339675" y="60675"/>
            <a:ext cx="8520600" cy="4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 b="1"/>
              <a:t>DocBrain:Upload.Extract.Ask Anything</a:t>
            </a:r>
            <a:r>
              <a:rPr lang="en" sz="1920" b="1"/>
              <a:t> </a:t>
            </a:r>
            <a:r>
              <a:rPr lang="en" sz="2420"/>
              <a:t>			</a:t>
            </a:r>
            <a:r>
              <a:rPr lang="en" sz="1600"/>
              <a:t>Parth Pidadi</a:t>
            </a:r>
            <a:r>
              <a:rPr lang="en" sz="1400"/>
              <a:t> </a:t>
            </a:r>
            <a:r>
              <a:rPr lang="en" sz="1220"/>
              <a:t>[116237374]</a:t>
            </a:r>
            <a:endParaRPr sz="1220"/>
          </a:p>
        </p:txBody>
      </p:sp>
      <p:sp>
        <p:nvSpPr>
          <p:cNvPr id="697" name="Google Shape;697;p58"/>
          <p:cNvSpPr txBox="1">
            <a:spLocks noGrp="1"/>
          </p:cNvSpPr>
          <p:nvPr>
            <p:ph type="body" idx="1"/>
          </p:nvPr>
        </p:nvSpPr>
        <p:spPr>
          <a:xfrm>
            <a:off x="311700" y="726800"/>
            <a:ext cx="3698700" cy="40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◆   </a:t>
            </a:r>
            <a:r>
              <a:rPr lang="en" sz="14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Problem</a:t>
            </a:r>
            <a:endParaRPr sz="14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Businesses deal with mountains of unstructured documents — invoices, receipts, bank statements, contracts.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•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document type needs different extraction logic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•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tools (Azure, Google) are expensive &amp; cloud-locked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•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free tool does OCR + classify + extract + Q&amp;A together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◆   </a:t>
            </a:r>
            <a:r>
              <a:rPr lang="en" sz="14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endParaRPr sz="14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three-layer AI pipeline: document ingestion → structured extraction → retrieval-augmented LLM reasoning.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 Engine (Donut + Tesseract): OCR-free document parsing with fallback for low-quality scans.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+ Extraction: Auto-detects document type, extracts structured key-value data into JSON.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+ LLM Layer: Embeds documents into vector store, enables natural language Q&amp;A with evidence-grounded answers.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698" name="Google Shape;698;p58"/>
          <p:cNvSpPr txBox="1">
            <a:spLocks noGrp="1"/>
          </p:cNvSpPr>
          <p:nvPr>
            <p:ph type="body" idx="1"/>
          </p:nvPr>
        </p:nvSpPr>
        <p:spPr>
          <a:xfrm>
            <a:off x="4870950" y="726800"/>
            <a:ext cx="3877200" cy="40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◆   </a:t>
            </a:r>
            <a:r>
              <a:rPr lang="en" sz="14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User Flow</a:t>
            </a:r>
            <a:endParaRPr sz="14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Upload Documents</a:t>
            </a:r>
            <a:endParaRPr sz="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uploads invoices, receipts, contracts — PDF, image, or scan.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Auto-Classification &amp; Extraction</a:t>
            </a:r>
            <a:endParaRPr sz="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Donut + LLM identifies type and extracts structured data (amounts, dates, vendors).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Ask Questions</a:t>
            </a:r>
            <a:endParaRPr sz="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"What was my total spending in March?" or "What are the payment terms?"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Evidence-Grounded Answers</a:t>
            </a:r>
            <a:endParaRPr sz="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retrieves relevant chunks, LLM answers with source citations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◆   </a:t>
            </a:r>
            <a:r>
              <a:rPr lang="en" sz="14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LLM Components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RAG-based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structured info from unstructured documents → JSON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classification &amp; type detection via LLM prompting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for evidence-grounded Q&amp;A with source citations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Cross-document reasoning &amp; comparison queries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◆   </a:t>
            </a:r>
            <a:r>
              <a:rPr lang="en" sz="14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Tools</a:t>
            </a:r>
            <a:endParaRPr sz="14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◆ </a:t>
            </a: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Groq API (LLaMA 3 70B)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◆ </a:t>
            </a: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HuggingFace + Donut + Tesseract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◆ </a:t>
            </a: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BGE + ChromaDB — RAG pipeline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◆ </a:t>
            </a: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 + PostgreSQL + React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◆ </a:t>
            </a: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Colab Pro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◆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Windsurf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sz="8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9" name="Google Shape;69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675" y="3891675"/>
            <a:ext cx="3698700" cy="5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7185" y="1200997"/>
            <a:ext cx="793775" cy="26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Office PowerPoint</Application>
  <PresentationFormat>On-screen Show (16:9)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Georgia</vt:lpstr>
      <vt:lpstr>Arial</vt:lpstr>
      <vt:lpstr>Calibri</vt:lpstr>
      <vt:lpstr>Simple Light</vt:lpstr>
      <vt:lpstr>DocBrain:Upload.Extract.Ask Anything    Parth Pidadi [116237374]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 Pidadi</cp:lastModifiedBy>
  <cp:revision>1</cp:revision>
  <dcterms:modified xsi:type="dcterms:W3CDTF">2026-03-18T20:34:30Z</dcterms:modified>
</cp:coreProperties>
</file>